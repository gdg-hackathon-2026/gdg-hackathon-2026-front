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76" autoAdjust="0"/>
    <p:restoredTop sz="94660"/>
  </p:normalViewPr>
  <p:slideViewPr>
    <p:cSldViewPr snapToGrid="0">
      <p:cViewPr varScale="1">
        <p:scale>
          <a:sx n="74" d="100"/>
          <a:sy n="74" d="100"/>
        </p:scale>
        <p:origin x="130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21C23-53E4-59BB-4FE6-C9BE68806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FC0BCED-9293-4DB7-C8FE-9334EC7877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2955C7-1108-2E15-013B-A845E88B4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00D1-9152-4EFC-811C-A53380DDB43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084CE2-D6D5-6FDC-1BE0-9FE78AAD3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AE9AD1D-1177-1D35-4195-5E049CEE0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CDD95-5991-4887-86B1-DDE1A52EC4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0483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4F30C9-A92A-EB17-9E53-CF6BA4AF0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52D79B-D764-4CF4-448B-8E63DC8BB3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B0910D-FE26-4F95-88B3-ED135AA1A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00D1-9152-4EFC-811C-A53380DDB43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6845CA-411D-024C-9F3D-7BDEAC6AB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04E36C-579D-199B-8D37-FD39D09AD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CDD95-5991-4887-86B1-DDE1A52EC4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1294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08BDED-A4AF-07B9-0C0A-0BC82B451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7B4FF9B-349F-0A0B-AC05-3CEFFDC88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037B0-132D-63CA-FEB2-C4E544B11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00D1-9152-4EFC-811C-A53380DDB43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8AABDB-8C19-3E76-F1E6-E8A0F77F9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411A53-3601-0591-AD15-E3F0FDE75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CDD95-5991-4887-86B1-DDE1A52EC4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05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8D9E76-B192-A003-EC72-06B8ABD76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53CCF5-7418-AAB4-19C0-E80C4960CC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568A05D-F097-A080-F908-45B08D6860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EB70954-9FB5-A3B2-9898-9485F5DBD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00D1-9152-4EFC-811C-A53380DDB43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A43955-0572-AAB0-0F34-55BA0E92B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31D05D-496A-9C93-9AD1-C22168271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CDD95-5991-4887-86B1-DDE1A52EC4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7246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E9DF86-46FD-3572-0DAD-C9AEACABE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CFA477-B752-0E32-749C-75E87B22F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A4B994F-C8BD-D43E-0E0D-1F9BE551A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26DF30E-1FBD-748B-CB7C-23A1A1CB5E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C2B21A4-8946-40ED-5FC8-6443C1C404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08ABAD9-E7F0-E69D-127B-D7EABA322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00D1-9152-4EFC-811C-A53380DDB43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7586A9E-FFF8-BF3A-70F3-DF003E3D5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0BAC1BE-FC01-E8FB-AEDB-5F9FD177F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CDD95-5991-4887-86B1-DDE1A52EC4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174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0E2E5-777D-3A61-15F0-C2FEADF3B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76D740-4F49-9606-4EF0-A410FB4B5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00D1-9152-4EFC-811C-A53380DDB43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472C90F-1030-8F84-A1A3-736B5090E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89DEE19-771E-8DB5-A00D-261BC2731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CDD95-5991-4887-86B1-DDE1A52EC4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6597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9C12BD4-97B7-DE42-1B1B-8F959D97C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00D1-9152-4EFC-811C-A53380DDB43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C94C171-C800-09EC-07A8-867D65D2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E62589-B352-437E-610D-7E8C83903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CDD95-5991-4887-86B1-DDE1A52EC4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3601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4131E1-4D49-0CFC-F083-262664A84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C1C9D5-AE94-784E-B281-2F8AC1206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2FC72FA-10D1-83E0-D1D8-16A582E33E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07968-4E65-40F0-71F2-544E0777A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00D1-9152-4EFC-811C-A53380DDB43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BAFCC3D-E7E2-77F8-295F-6EE23A753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5F709D-1575-B7A4-FB01-5D425E8BE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CDD95-5991-4887-86B1-DDE1A52EC4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1575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ADBE3A-73B5-AC1A-5300-46D0472B0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CD5C582-875C-37F3-717B-5BAD858D59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F8E7AF-430A-7EA4-9E77-D4469756A4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BB2721-A7E3-EDC7-4B23-65F369701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00D1-9152-4EFC-811C-A53380DDB43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ACC408-5958-E088-0DE4-B5AB0A759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80C826-0312-D95B-285D-2E36CB395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CDD95-5991-4887-86B1-DDE1A52EC4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4411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007E8B-0F49-7494-5303-FEC17374A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A232E1-F6BA-8B02-810A-CC13561C1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F81B2E-C71E-BB18-EDA7-22B940382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00D1-9152-4EFC-811C-A53380DDB43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D3315A-B6C9-1CB6-DB68-A43610CB1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5F27E4A-0E7C-B628-E033-E9552CC3B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CDD95-5991-4887-86B1-DDE1A52EC4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624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75E996C-F23E-CAFB-0388-2EB9E1E245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2B364C-55EC-B625-E3C6-06CF088A3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A9EA64-CE41-6AE1-32D5-338A17F93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00D1-9152-4EFC-811C-A53380DDB43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04C95C-79B4-1DB8-B6D4-D9902B280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1E955D-D156-4147-FCF5-769B35924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CDD95-5991-4887-86B1-DDE1A52EC4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82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8B3B554-E955-5D34-5D73-623BCDCAA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4489E81-A078-3BAA-8111-311E762F0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DBA70B-5B49-A951-2670-AD8A89A737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2900D1-9152-4EFC-811C-A53380DDB43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C223EA-465B-B8EF-D636-9F9ADDA6C4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CF0681-112E-0818-1B5D-E405D093A5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2CDD95-5991-4887-86B1-DDE1A52EC4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9383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6712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김형준</dc:creator>
  <cp:lastModifiedBy>김형준</cp:lastModifiedBy>
  <cp:revision>1</cp:revision>
  <dcterms:created xsi:type="dcterms:W3CDTF">2026-04-24T10:23:55Z</dcterms:created>
  <dcterms:modified xsi:type="dcterms:W3CDTF">2026-04-24T10:24:05Z</dcterms:modified>
</cp:coreProperties>
</file>