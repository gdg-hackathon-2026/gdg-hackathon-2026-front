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6" r:id="rId2"/>
    <p:sldId id="257" r:id="rId3"/>
    <p:sldId id="259" r:id="rId4"/>
    <p:sldId id="266" r:id="rId5"/>
    <p:sldId id="258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E6FD"/>
    <a:srgbClr val="0369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7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5441322-D702-0349-EEB6-6A4B99B989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A0C483-305C-FFAE-068C-BAFFC8148F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27AB0-FC23-42AB-8479-14FFDD0BF2A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01CE5F-681B-EEB9-B07C-35C37DF9F8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698731-CD16-4F47-6FF6-335ACB0A44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307A3-FB32-4FA4-9AAE-1D1BB1BCA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1446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21C23-53E4-59BB-4FE6-C9BE68806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C0BCED-9293-4DB7-C8FE-9334EC787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2955C7-1108-2E15-013B-A845E88B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084CE2-D6D5-6FDC-1BE0-9FE78AAD3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9AD1D-1177-1D35-4195-5E049CEE0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48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F30C9-A92A-EB17-9E53-CF6BA4AF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45" y="330455"/>
            <a:ext cx="11391309" cy="472271"/>
          </a:xfrm>
        </p:spPr>
        <p:txBody>
          <a:bodyPr>
            <a:noAutofit/>
          </a:bodyPr>
          <a:lstStyle>
            <a:lvl1pPr>
              <a:defRPr sz="2800">
                <a:gradFill>
                  <a:gsLst>
                    <a:gs pos="0">
                      <a:srgbClr val="0369A1"/>
                    </a:gs>
                    <a:gs pos="100000">
                      <a:srgbClr val="00B0F0"/>
                    </a:gs>
                  </a:gsLst>
                  <a:lin ang="0" scaled="1"/>
                </a:gra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76A83C-1279-CA3C-9F14-5373875D01CC}"/>
              </a:ext>
            </a:extLst>
          </p:cNvPr>
          <p:cNvSpPr/>
          <p:nvPr userDrawn="1"/>
        </p:nvSpPr>
        <p:spPr>
          <a:xfrm>
            <a:off x="0" y="901079"/>
            <a:ext cx="12192000" cy="8141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92CF46FF-FF5D-754E-FF8F-73A07BDD2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344" y="1080848"/>
            <a:ext cx="11391309" cy="3521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5129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8BDED-A4AF-07B9-0C0A-0BC82B451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B4FF9B-349F-0A0B-AC05-3CEFFDC8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037B0-132D-63CA-FEB2-C4E544B11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8AABDB-8C19-3E76-F1E6-E8A0F77F9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11A53-3601-0591-AD15-E3F0FDE75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0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D9E76-B192-A003-EC72-06B8ABD7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3CCF5-7418-AAB4-19C0-E80C4960C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68A05D-F097-A080-F908-45B08D686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B70954-9FB5-A3B2-9898-9485F5DBD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A43955-0572-AAB0-0F34-55BA0E92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31D05D-496A-9C93-9AD1-C2216827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24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9DF86-46FD-3572-0DAD-C9AEACABE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CFA477-B752-0E32-749C-75E87B22F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4B994F-C8BD-D43E-0E0D-1F9BE551A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6DF30E-1FBD-748B-CB7C-23A1A1CB5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2B21A4-8946-40ED-5FC8-6443C1C40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8ABAD9-E7F0-E69D-127B-D7EABA322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586A9E-FFF8-BF3A-70F3-DF003E3D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BAC1BE-FC01-E8FB-AEDB-5F9FD177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174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0E2E5-777D-3A61-15F0-C2FEADF3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76D740-4F49-9606-4EF0-A410FB4B5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72C90F-1030-8F84-A1A3-736B5090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9DEE19-771E-8DB5-A00D-261BC273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59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C12BD4-97B7-DE42-1B1B-8F959D97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C94C171-C800-09EC-07A8-867D65D2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E62589-B352-437E-610D-7E8C8390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60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131E1-4D49-0CFC-F083-262664A84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1C9D5-AE94-784E-B281-2F8AC1206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FC72FA-10D1-83E0-D1D8-16A582E33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07968-4E65-40F0-71F2-544E0777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AFCC3D-E7E2-77F8-295F-6EE23A75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5F709D-1575-B7A4-FB01-5D425E8B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57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DBE3A-73B5-AC1A-5300-46D0472B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D5C582-875C-37F3-717B-5BAD858D5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F8E7AF-430A-7EA4-9E77-D4469756A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BB2721-A7E3-EDC7-4B23-65F369701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CC408-5958-E088-0DE4-B5AB0A75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80C826-0312-D95B-285D-2E36CB39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41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7E8B-0F49-7494-5303-FEC17374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A232E1-F6BA-8B02-810A-CC13561C1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81B2E-C71E-BB18-EDA7-22B94038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3315A-B6C9-1CB6-DB68-A43610CB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F27E4A-0E7C-B628-E033-E9552CC3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2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75E996C-F23E-CAFB-0388-2EB9E1E24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2B364C-55EC-B625-E3C6-06CF088A3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A9EA64-CE41-6AE1-32D5-338A17F93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04C95C-79B4-1DB8-B6D4-D9902B28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1E955D-D156-4147-FCF5-769B3592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82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B3B554-E955-5D34-5D73-623BCDCA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489E81-A078-3BAA-8111-311E762F0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DBA70B-5B49-A951-2670-AD8A89A73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900D1-9152-4EFC-811C-A53380DDB436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C223EA-465B-B8EF-D636-9F9ADDA6C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F0681-112E-0818-1B5D-E405D093A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CDD95-5991-4887-86B1-DDE1A52EC4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38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EF85AF16-11ED-F5E9-25DA-9A9A73376F26}"/>
              </a:ext>
            </a:extLst>
          </p:cNvPr>
          <p:cNvGrpSpPr/>
          <p:nvPr/>
        </p:nvGrpSpPr>
        <p:grpSpPr>
          <a:xfrm>
            <a:off x="7862454" y="4862945"/>
            <a:ext cx="2058494" cy="1184564"/>
            <a:chOff x="755073" y="1995055"/>
            <a:chExt cx="2058494" cy="118456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F34AD17-4FB1-6A27-3562-97ED6D9B4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073" y="1995055"/>
              <a:ext cx="1184564" cy="11845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734EAAC-9854-1965-529A-8F5BD99066E6}"/>
                </a:ext>
              </a:extLst>
            </p:cNvPr>
            <p:cNvSpPr txBox="1"/>
            <p:nvPr/>
          </p:nvSpPr>
          <p:spPr>
            <a:xfrm>
              <a:off x="2047010" y="2217610"/>
              <a:ext cx="7665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머꼬</a:t>
              </a:r>
              <a:r>
                <a:rPr lang="ko-KR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팀</a:t>
              </a: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4EA23E-1934-DCB1-E0D1-E662008EF136}"/>
              </a:ext>
            </a:extLst>
          </p:cNvPr>
          <p:cNvSpPr/>
          <p:nvPr/>
        </p:nvSpPr>
        <p:spPr>
          <a:xfrm>
            <a:off x="0" y="6213764"/>
            <a:ext cx="12192000" cy="64423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13435D-912C-C8FB-389C-8DCE8A9187DF}"/>
              </a:ext>
            </a:extLst>
          </p:cNvPr>
          <p:cNvSpPr txBox="1"/>
          <p:nvPr/>
        </p:nvSpPr>
        <p:spPr>
          <a:xfrm>
            <a:off x="9154391" y="5267143"/>
            <a:ext cx="1770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gradFill flip="none" rotWithShape="1">
                  <a:gsLst>
                    <a:gs pos="0">
                      <a:srgbClr val="0369A1"/>
                    </a:gs>
                    <a:gs pos="100000">
                      <a:srgbClr val="00B0F0"/>
                    </a:gs>
                  </a:gsLst>
                  <a:lin ang="0" scaled="1"/>
                  <a:tileRect/>
                </a:gra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Polar.ai</a:t>
            </a:r>
            <a:endParaRPr lang="ko-KR" altLang="en-US" sz="3600" dirty="0">
              <a:gradFill flip="none" rotWithShape="1">
                <a:gsLst>
                  <a:gs pos="0">
                    <a:srgbClr val="0369A1"/>
                  </a:gs>
                  <a:gs pos="100000">
                    <a:srgbClr val="00B0F0"/>
                  </a:gs>
                </a:gsLst>
                <a:lin ang="0" scaled="1"/>
                <a:tileRect/>
              </a:gra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671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6CD14-DF95-0DE9-0B34-F0BFD415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인식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322068-7ED7-687C-AF25-9816038BA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051" y="1065858"/>
            <a:ext cx="4391894" cy="447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372817-67B1-84ED-D896-6A9182900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345" y="5792142"/>
            <a:ext cx="11391309" cy="352188"/>
          </a:xfrm>
        </p:spPr>
        <p:txBody>
          <a:bodyPr/>
          <a:lstStyle/>
          <a:p>
            <a:r>
              <a:rPr lang="ko-KR" altLang="en-US" dirty="0" err="1"/>
              <a:t>ㅇㄹ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1AD0B-E60F-3A03-D8AD-9F8467E2FC4D}"/>
              </a:ext>
            </a:extLst>
          </p:cNvPr>
          <p:cNvSpPr txBox="1"/>
          <p:nvPr/>
        </p:nvSpPr>
        <p:spPr>
          <a:xfrm>
            <a:off x="3048864" y="5422467"/>
            <a:ext cx="60942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&lt;</a:t>
            </a:r>
            <a:r>
              <a:rPr lang="ko-KR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세상이 아직 따뜻하다는 증거</a:t>
            </a:r>
            <a:r>
              <a:rPr lang="en-US" altLang="ko-K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&gt;</a:t>
            </a:r>
            <a:endParaRPr lang="ko-KR" altLang="en-US" sz="1100" i="1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11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0623F-58E4-B6A6-C676-193898F32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68E30-6AF7-4373-2F10-61C80F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6CA6EF-7839-5183-49DE-E50657599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344" y="6153666"/>
            <a:ext cx="11391309" cy="352188"/>
          </a:xfrm>
        </p:spPr>
        <p:txBody>
          <a:bodyPr/>
          <a:lstStyle/>
          <a:p>
            <a:pPr algn="ctr"/>
            <a:r>
              <a:rPr lang="ko-KR" altLang="en-US" dirty="0"/>
              <a:t>홈페이지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D742EF-C2FD-6B55-EF5B-7246F7B41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90" r="3221"/>
          <a:stretch>
            <a:fillRect/>
          </a:stretch>
        </p:blipFill>
        <p:spPr>
          <a:xfrm>
            <a:off x="1062851" y="1261364"/>
            <a:ext cx="10066294" cy="480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3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754D-086D-7E4B-EDD2-9889369D6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B2BC6-D3A7-6332-6337-EEF8567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81B016-A59C-06BC-A800-C133A84DF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344" y="6153666"/>
            <a:ext cx="11391309" cy="352188"/>
          </a:xfrm>
        </p:spPr>
        <p:txBody>
          <a:bodyPr/>
          <a:lstStyle/>
          <a:p>
            <a:pPr algn="ctr"/>
            <a:r>
              <a:rPr lang="ko-KR" altLang="en-US" dirty="0"/>
              <a:t>빠른 질문과 모델 선택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9E7B3AD-CAD5-E3E0-3442-985D3D4481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62" t="50000" r="21146" b="2953"/>
          <a:stretch>
            <a:fillRect/>
          </a:stretch>
        </p:blipFill>
        <p:spPr>
          <a:xfrm>
            <a:off x="2335551" y="2192483"/>
            <a:ext cx="7520894" cy="3844636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4B46C2B8-401D-14F6-C71A-290EAEE6ECEC}"/>
              </a:ext>
            </a:extLst>
          </p:cNvPr>
          <p:cNvSpPr/>
          <p:nvPr/>
        </p:nvSpPr>
        <p:spPr>
          <a:xfrm>
            <a:off x="2408348" y="4378555"/>
            <a:ext cx="1758407" cy="1658564"/>
          </a:xfrm>
          <a:prstGeom prst="ellipse">
            <a:avLst/>
          </a:prstGeom>
          <a:noFill/>
          <a:ln w="76200">
            <a:solidFill>
              <a:srgbClr val="FF000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01B4EB8-67FF-3F5B-4808-E0C1A3AB0525}"/>
              </a:ext>
            </a:extLst>
          </p:cNvPr>
          <p:cNvSpPr/>
          <p:nvPr/>
        </p:nvSpPr>
        <p:spPr>
          <a:xfrm>
            <a:off x="4039721" y="2680256"/>
            <a:ext cx="427800" cy="403509"/>
          </a:xfrm>
          <a:prstGeom prst="ellipse">
            <a:avLst/>
          </a:prstGeom>
          <a:noFill/>
          <a:ln w="76200">
            <a:solidFill>
              <a:srgbClr val="FF000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52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4927B-ED28-994B-B034-04C8D7694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6894B0-242C-6BF1-E112-4864BA13C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344" y="6153666"/>
            <a:ext cx="11391309" cy="352188"/>
          </a:xfrm>
        </p:spPr>
        <p:txBody>
          <a:bodyPr/>
          <a:lstStyle/>
          <a:p>
            <a:pPr algn="ctr"/>
            <a:r>
              <a:rPr lang="ko-KR" altLang="en-US" dirty="0"/>
              <a:t>채팅을 </a:t>
            </a:r>
            <a:r>
              <a:rPr lang="ko-KR" altLang="en-US" dirty="0" err="1"/>
              <a:t>치다보면</a:t>
            </a:r>
            <a:r>
              <a:rPr lang="ko-KR" altLang="en-US" dirty="0"/>
              <a:t> 랜덤으로 나오는 북극곰 이모티콘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E5E04DA-7FD9-3F51-CCF7-2544B04A6E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41" t="77987" r="15191"/>
          <a:stretch>
            <a:fillRect/>
          </a:stretch>
        </p:blipFill>
        <p:spPr>
          <a:xfrm>
            <a:off x="2082207" y="4485300"/>
            <a:ext cx="8027582" cy="1668366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03A88E70-9971-7D31-25D9-A63C4B049197}"/>
              </a:ext>
            </a:extLst>
          </p:cNvPr>
          <p:cNvSpPr/>
          <p:nvPr/>
        </p:nvSpPr>
        <p:spPr>
          <a:xfrm>
            <a:off x="2636948" y="5059125"/>
            <a:ext cx="376415" cy="355042"/>
          </a:xfrm>
          <a:prstGeom prst="ellipse">
            <a:avLst/>
          </a:prstGeom>
          <a:noFill/>
          <a:ln w="76200">
            <a:solidFill>
              <a:srgbClr val="FF000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52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1A1E2-22CE-6813-E775-63E483EF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C2E95-8E34-2E8D-1420-BED27C749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6B2C5C-9E7B-4FA2-312C-8DC3703A2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344" y="6153666"/>
            <a:ext cx="11391309" cy="352188"/>
          </a:xfrm>
        </p:spPr>
        <p:txBody>
          <a:bodyPr/>
          <a:lstStyle/>
          <a:p>
            <a:pPr algn="ctr"/>
            <a:r>
              <a:rPr lang="ko-KR" altLang="en-US" dirty="0"/>
              <a:t>궁금한 걸 물어봐도 절대 대답 안해주는 </a:t>
            </a:r>
            <a:r>
              <a:rPr lang="en-US" altLang="ko-KR" dirty="0"/>
              <a:t>AI </a:t>
            </a:r>
            <a:r>
              <a:rPr lang="ko-KR" altLang="en-US" dirty="0"/>
              <a:t>모델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791844-287C-9D51-0AB6-C4E09369E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56" t="21058" r="15620"/>
          <a:stretch>
            <a:fillRect/>
          </a:stretch>
        </p:blipFill>
        <p:spPr>
          <a:xfrm>
            <a:off x="2905991" y="1262088"/>
            <a:ext cx="6380018" cy="480163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43B4AF-FA4B-CE0A-7F44-80CD439AC42A}"/>
              </a:ext>
            </a:extLst>
          </p:cNvPr>
          <p:cNvSpPr/>
          <p:nvPr/>
        </p:nvSpPr>
        <p:spPr>
          <a:xfrm>
            <a:off x="4974903" y="2052084"/>
            <a:ext cx="2046927" cy="17905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56FCCD-AFD4-858B-001C-E3AB269FB3B9}"/>
              </a:ext>
            </a:extLst>
          </p:cNvPr>
          <p:cNvSpPr/>
          <p:nvPr/>
        </p:nvSpPr>
        <p:spPr>
          <a:xfrm>
            <a:off x="3675693" y="2842080"/>
            <a:ext cx="3136587" cy="17905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21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C4C31-D413-9DDE-81D2-0D4DEB1F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FD048-CA79-1A94-C381-606AB50E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0F11DC-BB6B-4839-0A9C-1AF416E94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344" y="6153666"/>
            <a:ext cx="11391309" cy="352188"/>
          </a:xfrm>
        </p:spPr>
        <p:txBody>
          <a:bodyPr/>
          <a:lstStyle/>
          <a:p>
            <a:pPr algn="ctr"/>
            <a:r>
              <a:rPr lang="ko-KR" altLang="en-US" dirty="0"/>
              <a:t>사용된 탄소의 양에 따라 최대 글자 입력 제한 </a:t>
            </a:r>
            <a:r>
              <a:rPr lang="en-US" altLang="ko-KR" dirty="0"/>
              <a:t>(</a:t>
            </a:r>
            <a:r>
              <a:rPr lang="ko-KR" altLang="en-US" dirty="0"/>
              <a:t>빙하가 녹아 물이 차기 시작하는 </a:t>
            </a:r>
            <a:r>
              <a:rPr lang="ko-KR" altLang="en-US" dirty="0" err="1"/>
              <a:t>입력창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B3C451-72BB-B28B-36EA-637E15A52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3" t="73205" r="15090"/>
          <a:stretch>
            <a:fillRect/>
          </a:stretch>
        </p:blipFill>
        <p:spPr>
          <a:xfrm>
            <a:off x="1961087" y="3850358"/>
            <a:ext cx="8269822" cy="2108304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EB010F2-203E-F6C3-A7A6-84656442C694}"/>
              </a:ext>
            </a:extLst>
          </p:cNvPr>
          <p:cNvSpPr/>
          <p:nvPr/>
        </p:nvSpPr>
        <p:spPr>
          <a:xfrm>
            <a:off x="9598857" y="5308507"/>
            <a:ext cx="376415" cy="355042"/>
          </a:xfrm>
          <a:prstGeom prst="ellipse">
            <a:avLst/>
          </a:prstGeom>
          <a:noFill/>
          <a:ln w="76200">
            <a:solidFill>
              <a:srgbClr val="FF000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58C978-0786-BD89-3F8B-FD4BBD726AD1}"/>
              </a:ext>
            </a:extLst>
          </p:cNvPr>
          <p:cNvSpPr txBox="1"/>
          <p:nvPr/>
        </p:nvSpPr>
        <p:spPr>
          <a:xfrm>
            <a:off x="7367155" y="3002973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이를 통</a:t>
            </a:r>
          </a:p>
        </p:txBody>
      </p:sp>
    </p:spTree>
    <p:extLst>
      <p:ext uri="{BB962C8B-B14F-4D97-AF65-F5344CB8AC3E}">
        <p14:creationId xmlns:p14="http://schemas.microsoft.com/office/powerpoint/2010/main" val="414006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0044-B091-0896-B6BD-EA0CEA0A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42F41-8D06-F296-6F34-FFD9948F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CE97E-4E6C-6825-175D-1D21590DD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344" y="6153666"/>
            <a:ext cx="11391309" cy="352188"/>
          </a:xfrm>
        </p:spPr>
        <p:txBody>
          <a:bodyPr/>
          <a:lstStyle/>
          <a:p>
            <a:pPr algn="ctr"/>
            <a:r>
              <a:rPr lang="ko-KR" altLang="en-US" dirty="0"/>
              <a:t>내 탄소 발자국과 사이트 이용자들의 탄소 사용 합계 확인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1A14F06-D65B-7919-10E7-A24679813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8" t="20224" r="23154"/>
          <a:stretch>
            <a:fillRect/>
          </a:stretch>
        </p:blipFill>
        <p:spPr>
          <a:xfrm>
            <a:off x="2745289" y="1143000"/>
            <a:ext cx="6701417" cy="492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3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369A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72</Words>
  <Application>Microsoft Office PowerPoint</Application>
  <PresentationFormat>와이드스크린</PresentationFormat>
  <Paragraphs>18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 ExtraBold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문제 인식</vt:lpstr>
      <vt:lpstr>기능 소개</vt:lpstr>
      <vt:lpstr>기능 소개</vt:lpstr>
      <vt:lpstr>기능 소개</vt:lpstr>
      <vt:lpstr>기능 소개</vt:lpstr>
      <vt:lpstr>기능 소개</vt:lpstr>
      <vt:lpstr>기능 소개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김형준</dc:creator>
  <cp:lastModifiedBy>김형준</cp:lastModifiedBy>
  <cp:revision>68</cp:revision>
  <dcterms:created xsi:type="dcterms:W3CDTF">2026-04-24T10:23:55Z</dcterms:created>
  <dcterms:modified xsi:type="dcterms:W3CDTF">2026-04-25T07:37:26Z</dcterms:modified>
</cp:coreProperties>
</file>